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377562"/>
    <a:srgbClr val="FCA2B5"/>
    <a:srgbClr val="FEA0BB"/>
    <a:srgbClr val="FD3D74"/>
    <a:srgbClr val="7E01E5"/>
    <a:srgbClr val="EDEEF3"/>
    <a:srgbClr val="F3F4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8DC4F-63E3-9F39-1318-0865B10DED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099768-2CA6-500E-A5A3-1BF9C908BE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41A041-44B6-C411-E36C-CB4DD4706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19ACD-48F4-409C-8597-BFCE65646A84}" type="datetimeFigureOut">
              <a:rPr lang="en-MY" smtClean="0"/>
              <a:t>14/8/2025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C6D51-E116-F9E6-AAAB-C666E0705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B0431-05AF-047F-BC43-355399DD7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0FB4E-56D5-4BC3-BD47-7046A6D227A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09616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98C75-57E1-E119-AB98-4C2397C99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7C794-892C-5754-8F3A-12EB86B4DD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196E57-1FB1-03CA-5083-D6D841D9C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19ACD-48F4-409C-8597-BFCE65646A84}" type="datetimeFigureOut">
              <a:rPr lang="en-MY" smtClean="0"/>
              <a:t>14/8/2025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190253-135E-2E12-B106-8B56D150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00C69-1267-3886-4A26-0B981EA3A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0FB4E-56D5-4BC3-BD47-7046A6D227A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16847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A8725-D34C-EA7E-6F1C-F98032052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285B8A-4203-A325-2B24-A0BBA5D3FE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A04636-7F82-76C7-B78D-21CB10740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19ACD-48F4-409C-8597-BFCE65646A84}" type="datetimeFigureOut">
              <a:rPr lang="en-MY" smtClean="0"/>
              <a:t>14/8/2025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3FD1F-9E11-5D67-1503-74ED65C11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00B2F3-A420-DCBD-D308-6441D6D1C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0FB4E-56D5-4BC3-BD47-7046A6D227A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7708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87EDB-B10F-3BFF-1CD5-A9FA01118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80111-E80A-C074-9CC4-498713DA7F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748C0A-DCAF-8C49-B614-100F354606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DF51FB-EB89-886A-BFF9-DA49C9426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19ACD-48F4-409C-8597-BFCE65646A84}" type="datetimeFigureOut">
              <a:rPr lang="en-MY" smtClean="0"/>
              <a:t>14/8/2025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E70849-5709-25BE-06BA-39F42A37D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0E3563-597B-6973-F013-1F22C8149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0FB4E-56D5-4BC3-BD47-7046A6D227A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18224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5CA9A-CAEF-FAA4-C9B0-5548BA70E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D97DA3-CF72-9B96-5F69-4D9F7DA36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BDE0F9-2E79-2202-7DFE-D0C0426BAF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EE52FE-2D5C-BAFE-D1C0-7A89C9EA0C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AF3406-8D36-417F-ACC4-B3764DFA7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3117DF-25F2-102E-21A6-2AB3A10CC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19ACD-48F4-409C-8597-BFCE65646A84}" type="datetimeFigureOut">
              <a:rPr lang="en-MY" smtClean="0"/>
              <a:t>14/8/2025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DF06F7-CF75-555B-4578-7201952F0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F6DE46-DC02-7162-91E3-90A2C5703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0FB4E-56D5-4BC3-BD47-7046A6D227A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93406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C7D37-32C6-2B43-2834-769D4CFEE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68523C-4740-8161-8716-30E080170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19ACD-48F4-409C-8597-BFCE65646A84}" type="datetimeFigureOut">
              <a:rPr lang="en-MY" smtClean="0"/>
              <a:t>14/8/2025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E725D5-28D6-8212-66B2-1435FAB62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7EB737-FF4E-9953-6AE4-FE854102A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0FB4E-56D5-4BC3-BD47-7046A6D227A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71319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91E83C-CD34-0543-D64B-AC6179B7E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19ACD-48F4-409C-8597-BFCE65646A84}" type="datetimeFigureOut">
              <a:rPr lang="en-MY" smtClean="0"/>
              <a:t>14/8/2025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151B71-8A4B-FB8B-E5F8-9C7BB9236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B20E37-F95C-4D9A-6163-682A4EA7A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0FB4E-56D5-4BC3-BD47-7046A6D227A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69839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5185C-3489-1975-9EA3-FC6501600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8D8C7-38ED-C9FD-1BFD-5AD98776CE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60FD65-B9A1-6B92-9F05-E8E7D303E4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69EC7-7870-F962-E5EC-93E945F75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19ACD-48F4-409C-8597-BFCE65646A84}" type="datetimeFigureOut">
              <a:rPr lang="en-MY" smtClean="0"/>
              <a:t>14/8/2025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500C0D-F60E-5DAD-72C4-B0532840C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9BEECF-769A-DB1B-2460-02DB759D2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0FB4E-56D5-4BC3-BD47-7046A6D227A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33563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1227F-405D-13E4-E7CF-78B5DEBA0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00D1B-E700-232D-8C13-189FC54D55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7DADAF-C859-E3FC-FB2E-45A717A2F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F52A0-AFC7-D541-C7DE-C93F8176F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19ACD-48F4-409C-8597-BFCE65646A84}" type="datetimeFigureOut">
              <a:rPr lang="en-MY" smtClean="0"/>
              <a:t>14/8/2025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15E36C-60AC-45F9-6AA7-0BBE08FE6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0F8192-DDEC-319A-8C73-C18B4691B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0FB4E-56D5-4BC3-BD47-7046A6D227A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65575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3B0A-0E37-1C57-2427-A30E557BC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D7D58C-45A6-7A86-CC02-4D98D3A4C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BC40D4-0AB8-DC64-3EE3-641208239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19ACD-48F4-409C-8597-BFCE65646A84}" type="datetimeFigureOut">
              <a:rPr lang="en-MY" smtClean="0"/>
              <a:t>14/8/2025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95538-5A77-ACB2-D49A-3F8A5C15A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13680-1E93-D7FC-94D4-802F52144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0FB4E-56D5-4BC3-BD47-7046A6D227A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6151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59AF40-A834-1583-B83B-D7FE914FF4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71B683-9A2E-F5F3-5B42-837FB20550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B209B-0507-511F-12DC-E580DC3D4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19ACD-48F4-409C-8597-BFCE65646A84}" type="datetimeFigureOut">
              <a:rPr lang="en-MY" smtClean="0"/>
              <a:t>14/8/2025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BA65B2-8046-825B-6014-9A5BB5E49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B7AF8B-9B36-7D07-56EE-EF7B07419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0FB4E-56D5-4BC3-BD47-7046A6D227A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32620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25A034-199F-26C6-9F22-706792915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074449-C2BA-6D5E-3B13-652861BA32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0D4E0-0220-39A2-EBFB-9437E4BC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F19ACD-48F4-409C-8597-BFCE65646A84}" type="datetimeFigureOut">
              <a:rPr lang="en-MY" smtClean="0"/>
              <a:t>14/8/2025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303F9-939E-DD5C-7BA1-B5D93E0CA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53ADEE-4958-D34A-AEA4-C75F5AD797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90FB4E-56D5-4BC3-BD47-7046A6D227A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01091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6E79BC9-F259-BD2F-B624-03C681C153AA}"/>
              </a:ext>
            </a:extLst>
          </p:cNvPr>
          <p:cNvSpPr/>
          <p:nvPr/>
        </p:nvSpPr>
        <p:spPr>
          <a:xfrm>
            <a:off x="133165" y="279000"/>
            <a:ext cx="11362835" cy="6300000"/>
          </a:xfrm>
          <a:prstGeom prst="roundRect">
            <a:avLst>
              <a:gd name="adj" fmla="val 4880"/>
            </a:avLst>
          </a:prstGeom>
          <a:gradFill>
            <a:gsLst>
              <a:gs pos="0">
                <a:srgbClr val="377562">
                  <a:alpha val="25000"/>
                </a:srgbClr>
              </a:gs>
              <a:gs pos="90000">
                <a:srgbClr val="FFC000">
                  <a:alpha val="25000"/>
                </a:srgbClr>
              </a:gs>
            </a:gsLst>
            <a:lin ang="54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D0C54E9-B69F-F27B-8357-9BEDDD3CD173}"/>
              </a:ext>
            </a:extLst>
          </p:cNvPr>
          <p:cNvGrpSpPr/>
          <p:nvPr/>
        </p:nvGrpSpPr>
        <p:grpSpPr>
          <a:xfrm>
            <a:off x="1546738" y="680802"/>
            <a:ext cx="1800000" cy="1260000"/>
            <a:chOff x="2067600" y="1281145"/>
            <a:chExt cx="1800000" cy="12600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91EF7261-66E3-10DF-E290-88D0B8E4218E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D918019C-5445-B401-188B-871F0A5D6B86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FF25F02-5838-AB0B-9172-FDA285F04D54}"/>
              </a:ext>
            </a:extLst>
          </p:cNvPr>
          <p:cNvGrpSpPr/>
          <p:nvPr/>
        </p:nvGrpSpPr>
        <p:grpSpPr>
          <a:xfrm>
            <a:off x="3675100" y="680802"/>
            <a:ext cx="1800000" cy="1260000"/>
            <a:chOff x="2067600" y="1281145"/>
            <a:chExt cx="1800000" cy="1260000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4DC7E25-00CB-AF6F-9694-078A895FF749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6AA02588-DB80-7701-7632-4082ABCE3448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414792A-B7BA-5A63-7DE5-252ECE8AA500}"/>
              </a:ext>
            </a:extLst>
          </p:cNvPr>
          <p:cNvGrpSpPr/>
          <p:nvPr/>
        </p:nvGrpSpPr>
        <p:grpSpPr>
          <a:xfrm>
            <a:off x="7931824" y="680802"/>
            <a:ext cx="1800000" cy="1260000"/>
            <a:chOff x="2067600" y="1281145"/>
            <a:chExt cx="1800000" cy="1260000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BCCC6031-EF48-1719-0683-AFCD3C0028F0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B169EB14-A189-FC9C-ABC6-A58DB938B251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292FECF-E860-3790-8B46-C2FD29932BCB}"/>
              </a:ext>
            </a:extLst>
          </p:cNvPr>
          <p:cNvGrpSpPr/>
          <p:nvPr/>
        </p:nvGrpSpPr>
        <p:grpSpPr>
          <a:xfrm>
            <a:off x="5803462" y="680802"/>
            <a:ext cx="1800000" cy="1260000"/>
            <a:chOff x="2067600" y="1281145"/>
            <a:chExt cx="1800000" cy="1260000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C9B489F-FA2B-8978-CB74-14F04AA6AB76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1B6AEF4C-9241-48F3-FE94-696A70003DE7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DCB7223-8AF9-F1D0-0D0A-A5724D8AC9FF}"/>
              </a:ext>
            </a:extLst>
          </p:cNvPr>
          <p:cNvGrpSpPr/>
          <p:nvPr/>
        </p:nvGrpSpPr>
        <p:grpSpPr>
          <a:xfrm>
            <a:off x="250166" y="2086253"/>
            <a:ext cx="11162581" cy="4305938"/>
            <a:chOff x="2067600" y="1281145"/>
            <a:chExt cx="1800000" cy="1260000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36AC04E9-8F7A-7613-B258-C5BDB2EA8ADF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FB2975C3-EF43-4ADF-B716-42532245F016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3747407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CEC1-FCD3-9E87-0DB6-08A19AAF7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D88C426-88DC-87DE-40B0-A5CF883FC906}"/>
              </a:ext>
            </a:extLst>
          </p:cNvPr>
          <p:cNvSpPr/>
          <p:nvPr/>
        </p:nvSpPr>
        <p:spPr>
          <a:xfrm>
            <a:off x="696000" y="279000"/>
            <a:ext cx="10800000" cy="6300000"/>
          </a:xfrm>
          <a:prstGeom prst="roundRect">
            <a:avLst>
              <a:gd name="adj" fmla="val 4880"/>
            </a:avLst>
          </a:prstGeom>
          <a:solidFill>
            <a:srgbClr val="F3F4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0BB71E4-3630-7BA4-1121-4B96EAFEFEDF}"/>
              </a:ext>
            </a:extLst>
          </p:cNvPr>
          <p:cNvGrpSpPr/>
          <p:nvPr/>
        </p:nvGrpSpPr>
        <p:grpSpPr>
          <a:xfrm>
            <a:off x="2876982" y="1613658"/>
            <a:ext cx="1800000" cy="1260000"/>
            <a:chOff x="2067600" y="1281145"/>
            <a:chExt cx="1800000" cy="12600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DEE0804-1FF0-672A-CBD3-CB74B373B570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B427266-6581-AB38-CB43-C5526F72DC6A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096F044-BEE9-CD8F-DBF7-E2ADF43CD726}"/>
              </a:ext>
            </a:extLst>
          </p:cNvPr>
          <p:cNvSpPr/>
          <p:nvPr/>
        </p:nvSpPr>
        <p:spPr>
          <a:xfrm>
            <a:off x="243873" y="117762"/>
            <a:ext cx="1800000" cy="6660000"/>
          </a:xfrm>
          <a:prstGeom prst="roundRect">
            <a:avLst>
              <a:gd name="adj" fmla="val 21741"/>
            </a:avLst>
          </a:prstGeom>
          <a:gradFill>
            <a:gsLst>
              <a:gs pos="100000">
                <a:srgbClr val="FD3D74"/>
              </a:gs>
              <a:gs pos="100000">
                <a:srgbClr val="FCA2B5"/>
              </a:gs>
              <a:gs pos="0">
                <a:srgbClr val="377562"/>
              </a:gs>
              <a:gs pos="99000">
                <a:srgbClr val="FFC000"/>
              </a:gs>
              <a:gs pos="100000">
                <a:srgbClr val="FD3D74"/>
              </a:gs>
            </a:gsLst>
            <a:lin ang="2700000" scaled="0"/>
          </a:gradFill>
          <a:ln>
            <a:noFill/>
          </a:ln>
          <a:effectLst>
            <a:outerShdw blurRad="190500" dist="1905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342CB67-0546-1EC3-9368-FD87CDD73FC7}"/>
              </a:ext>
            </a:extLst>
          </p:cNvPr>
          <p:cNvGrpSpPr/>
          <p:nvPr/>
        </p:nvGrpSpPr>
        <p:grpSpPr>
          <a:xfrm>
            <a:off x="4992788" y="1613658"/>
            <a:ext cx="1800000" cy="1260000"/>
            <a:chOff x="2067600" y="1281145"/>
            <a:chExt cx="1800000" cy="1260000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C998262-F0BE-7247-6A79-3AB43F124418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2BBE19F-1BFC-2C4A-E3C2-768AE88FC693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DC72108-B147-42BD-03EA-F4641025D903}"/>
              </a:ext>
            </a:extLst>
          </p:cNvPr>
          <p:cNvGrpSpPr/>
          <p:nvPr/>
        </p:nvGrpSpPr>
        <p:grpSpPr>
          <a:xfrm>
            <a:off x="9224400" y="1562859"/>
            <a:ext cx="1800000" cy="1260000"/>
            <a:chOff x="2067600" y="1281145"/>
            <a:chExt cx="1800000" cy="1260000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1B5646A6-943D-9716-38D9-52A47FD6D956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B6E6159-582C-70AB-4AD5-EFA4FF700365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424175D-93CA-ECF9-F250-ECB8C77C9655}"/>
              </a:ext>
            </a:extLst>
          </p:cNvPr>
          <p:cNvGrpSpPr/>
          <p:nvPr/>
        </p:nvGrpSpPr>
        <p:grpSpPr>
          <a:xfrm>
            <a:off x="7108594" y="1562859"/>
            <a:ext cx="1800000" cy="1260000"/>
            <a:chOff x="2067600" y="1281145"/>
            <a:chExt cx="1800000" cy="1260000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621FC15C-2E36-EF83-8563-EEBDC624252C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EAE08770-170C-0081-9BB4-A665105E39E5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32AE5DD-148C-78F1-9FE1-42E65F5A3D37}"/>
              </a:ext>
            </a:extLst>
          </p:cNvPr>
          <p:cNvGrpSpPr/>
          <p:nvPr/>
        </p:nvGrpSpPr>
        <p:grpSpPr>
          <a:xfrm>
            <a:off x="2854130" y="3269411"/>
            <a:ext cx="3915806" cy="2970100"/>
            <a:chOff x="2067600" y="1281145"/>
            <a:chExt cx="1800000" cy="1260000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C7533F46-5FBF-CB96-3166-EC2B6F1391FD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41F51899-1D0F-84CE-2CB2-A77D8F6DC8C8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97109ED-280F-58B1-072B-AC00B9B21271}"/>
              </a:ext>
            </a:extLst>
          </p:cNvPr>
          <p:cNvGrpSpPr/>
          <p:nvPr/>
        </p:nvGrpSpPr>
        <p:grpSpPr>
          <a:xfrm>
            <a:off x="92365" y="600362"/>
            <a:ext cx="2022762" cy="1440000"/>
            <a:chOff x="1887600" y="791944"/>
            <a:chExt cx="2160000" cy="1440000"/>
          </a:xfrm>
          <a:solidFill>
            <a:srgbClr val="F3F4F7"/>
          </a:solidFill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677A880-ED05-82F0-149B-A833814B1693}"/>
                </a:ext>
              </a:extLst>
            </p:cNvPr>
            <p:cNvSpPr/>
            <p:nvPr/>
          </p:nvSpPr>
          <p:spPr>
            <a:xfrm>
              <a:off x="1887600" y="791944"/>
              <a:ext cx="2160000" cy="1440000"/>
            </a:xfrm>
            <a:prstGeom prst="roundRect">
              <a:avLst>
                <a:gd name="adj" fmla="val 21741"/>
              </a:avLst>
            </a:prstGeom>
            <a:grpFill/>
            <a:ln>
              <a:noFill/>
            </a:ln>
            <a:effectLst>
              <a:innerShdw blurRad="63500" dist="50800" dir="162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A623A1FF-EA8C-58B6-844A-6A9744C795D3}"/>
                </a:ext>
              </a:extLst>
            </p:cNvPr>
            <p:cNvSpPr/>
            <p:nvPr/>
          </p:nvSpPr>
          <p:spPr>
            <a:xfrm>
              <a:off x="2041135" y="881944"/>
              <a:ext cx="1800001" cy="1260000"/>
            </a:xfrm>
            <a:prstGeom prst="roundRect">
              <a:avLst>
                <a:gd name="adj" fmla="val 21741"/>
              </a:avLst>
            </a:prstGeom>
            <a:grpFill/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107CCDF-0989-3477-1F95-276448EF9A25}"/>
              </a:ext>
            </a:extLst>
          </p:cNvPr>
          <p:cNvGrpSpPr/>
          <p:nvPr/>
        </p:nvGrpSpPr>
        <p:grpSpPr>
          <a:xfrm>
            <a:off x="600364" y="2587872"/>
            <a:ext cx="1006764" cy="1150364"/>
            <a:chOff x="2067600" y="1281145"/>
            <a:chExt cx="1800000" cy="1260000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569F032B-1D66-BDD3-1E65-F2E7F032F28E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E475E206-1DB0-6B88-7F17-2457309AF71A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3E52B69-9181-3051-0B22-89DD825B66C7}"/>
              </a:ext>
            </a:extLst>
          </p:cNvPr>
          <p:cNvGrpSpPr/>
          <p:nvPr/>
        </p:nvGrpSpPr>
        <p:grpSpPr>
          <a:xfrm>
            <a:off x="600364" y="3899474"/>
            <a:ext cx="1006764" cy="1150364"/>
            <a:chOff x="2067600" y="1281145"/>
            <a:chExt cx="1800000" cy="1260000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368AF615-9F35-2CCE-B4FB-9F99B2CEDFF5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87694333-9CA6-DDC5-9C7C-E49F1B30D778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921EF97-ED68-E087-8722-A4B6F5C13E7C}"/>
              </a:ext>
            </a:extLst>
          </p:cNvPr>
          <p:cNvGrpSpPr/>
          <p:nvPr/>
        </p:nvGrpSpPr>
        <p:grpSpPr>
          <a:xfrm>
            <a:off x="2820396" y="1195045"/>
            <a:ext cx="6088198" cy="45719"/>
            <a:chOff x="2067600" y="1281145"/>
            <a:chExt cx="1800000" cy="1260000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FED48A7-653A-D070-9C42-155FB947EF89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2ED4334C-BF29-8768-8A92-C71876D9BFE8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D600294-1609-AD71-41A5-43B340382C4A}"/>
              </a:ext>
            </a:extLst>
          </p:cNvPr>
          <p:cNvGrpSpPr/>
          <p:nvPr/>
        </p:nvGrpSpPr>
        <p:grpSpPr>
          <a:xfrm>
            <a:off x="472200" y="5339445"/>
            <a:ext cx="1343345" cy="474973"/>
            <a:chOff x="2067600" y="1281145"/>
            <a:chExt cx="1800000" cy="1260000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C0781D5B-F187-2881-0637-EAFE6A67D106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BDEE590C-6A12-9F13-4D72-DC372D56662E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45E44F-5726-39F1-4A24-894FE1C01B65}"/>
              </a:ext>
            </a:extLst>
          </p:cNvPr>
          <p:cNvGrpSpPr/>
          <p:nvPr/>
        </p:nvGrpSpPr>
        <p:grpSpPr>
          <a:xfrm>
            <a:off x="7266497" y="3269411"/>
            <a:ext cx="3915806" cy="2970100"/>
            <a:chOff x="2067600" y="1281145"/>
            <a:chExt cx="1800000" cy="126000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499CC2CD-EC47-BEEE-5366-FFDF5ED41BE8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C9B844B-1B55-520A-D019-6D49064377B5}"/>
                </a:ext>
              </a:extLst>
            </p:cNvPr>
            <p:cNvSpPr/>
            <p:nvPr/>
          </p:nvSpPr>
          <p:spPr>
            <a:xfrm>
              <a:off x="2067600" y="1281145"/>
              <a:ext cx="1800000" cy="1260000"/>
            </a:xfrm>
            <a:prstGeom prst="roundRect">
              <a:avLst>
                <a:gd name="adj" fmla="val 21741"/>
              </a:avLst>
            </a:prstGeom>
            <a:gradFill>
              <a:gsLst>
                <a:gs pos="100000">
                  <a:schemeClr val="bg1"/>
                </a:gs>
                <a:gs pos="0">
                  <a:srgbClr val="EDEEF3"/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2700000" scaled="0"/>
            </a:gradFill>
            <a:ln>
              <a:noFill/>
            </a:ln>
            <a:effectLst>
              <a:outerShdw blurRad="190500" dist="190500" dir="2700000" algn="tl" rotWithShape="0">
                <a:schemeClr val="bg1">
                  <a:lumMod val="75000"/>
                  <a:alpha val="40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230507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1029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Homedesktop</dc:creator>
  <cp:lastModifiedBy>Homedesktop</cp:lastModifiedBy>
  <cp:revision>8</cp:revision>
  <dcterms:created xsi:type="dcterms:W3CDTF">2025-07-14T16:35:59Z</dcterms:created>
  <dcterms:modified xsi:type="dcterms:W3CDTF">2025-08-14T08:05:26Z</dcterms:modified>
</cp:coreProperties>
</file>