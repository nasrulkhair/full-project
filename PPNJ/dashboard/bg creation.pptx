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7562"/>
    <a:srgbClr val="FCA2B5"/>
    <a:srgbClr val="FEA0BB"/>
    <a:srgbClr val="FD3D74"/>
    <a:srgbClr val="7E01E5"/>
    <a:srgbClr val="EDEEF3"/>
    <a:srgbClr val="F3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DC4F-63E3-9F39-1318-0865B10DE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99768-2CA6-500E-A5A3-1BF9C908B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A041-44B6-C411-E36C-CB4DD470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C6D51-E116-F9E6-AAAB-C666E070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B0431-05AF-047F-BC43-355399DD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961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8C75-57E1-E119-AB98-4C2397C9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7C794-892C-5754-8F3A-12EB86B4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96E57-1FB1-03CA-5083-D6D841D9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90253-135E-2E12-B106-8B56D150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0C69-1267-3886-4A26-0B981EA3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684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8725-D34C-EA7E-6F1C-F9803205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5B8A-4203-A325-2B24-A0BBA5D3F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04636-7F82-76C7-B78D-21CB1074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3FD1F-9E11-5D67-1503-74ED65C1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B2F3-A420-DCBD-D308-6441D6D1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770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7EDB-B10F-3BFF-1CD5-A9FA0111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0111-E80A-C074-9CC4-498713DA7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48C0A-DCAF-8C49-B614-100F35460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F51FB-EB89-886A-BFF9-DA49C942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70849-5709-25BE-06BA-39F42A37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E3563-597B-6973-F013-1F22C814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822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CA9A-CAEF-FAA4-C9B0-5548BA70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7DA3-CF72-9B96-5F69-4D9F7DA36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DE0F9-2E79-2202-7DFE-D0C0426BA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E52FE-2D5C-BAFE-D1C0-7A89C9EA0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F3406-8D36-417F-ACC4-B3764DFA7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117DF-25F2-102E-21A6-2AB3A10C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F06F7-CF75-555B-4578-7201952F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F6DE46-DC02-7162-91E3-90A2C570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340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7D37-32C6-2B43-2834-769D4CFE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8523C-4740-8161-8716-30E08017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725D5-28D6-8212-66B2-1435FAB6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EB737-FF4E-9953-6AE4-FE854102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131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1E83C-CD34-0543-D64B-AC6179B7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51B71-8A4B-FB8B-E5F8-9C7BB923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20E37-F95C-4D9A-6163-682A4EA7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698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185C-3489-1975-9EA3-FC650160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D8C7-38ED-C9FD-1BFD-5AD98776C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0FD65-B9A1-6B92-9F05-E8E7D303E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69EC7-7870-F962-E5EC-93E945F7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00C0D-F60E-5DAD-72C4-B0532840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BEECF-769A-DB1B-2460-02DB759D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356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227F-405D-13E4-E7CF-78B5DEBA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00D1B-E700-232D-8C13-189FC54D5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DADAF-C859-E3FC-FB2E-45A717A2F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F52A0-AFC7-D541-C7DE-C93F8176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5E36C-60AC-45F9-6AA7-0BBE08FE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F8192-DDEC-319A-8C73-C18B4691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6557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3B0A-0E37-1C57-2427-A30E557B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7D58C-45A6-7A86-CC02-4D98D3A4C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C40D4-0AB8-DC64-3EE3-64120823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5538-5A77-ACB2-D49A-3F8A5C15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13680-1E93-D7FC-94D4-802F5214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1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AF40-A834-1583-B83B-D7FE914FF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1B683-9A2E-F5F3-5B42-837FB205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209B-0507-511F-12DC-E580DC3D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A65B2-8046-825B-6014-9A5BB5E4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7AF8B-9B36-7D07-56EE-EF7B0741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262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5A034-199F-26C6-9F22-70679291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74449-C2BA-6D5E-3B13-652861BA3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D4E0-0220-39A2-EBFB-9437E4BC3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19ACD-48F4-409C-8597-BFCE65646A84}" type="datetimeFigureOut">
              <a:rPr lang="en-MY" smtClean="0"/>
              <a:t>16/7/2025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303F9-939E-DD5C-7BA1-B5D93E0CA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3ADEE-4958-D34A-AEA4-C75F5AD7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0FB4E-56D5-4BC3-BD47-7046A6D227A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0109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E79BC9-F259-BD2F-B624-03C681C153AA}"/>
              </a:ext>
            </a:extLst>
          </p:cNvPr>
          <p:cNvSpPr/>
          <p:nvPr/>
        </p:nvSpPr>
        <p:spPr>
          <a:xfrm>
            <a:off x="696000" y="279000"/>
            <a:ext cx="10800000" cy="6300000"/>
          </a:xfrm>
          <a:prstGeom prst="roundRect">
            <a:avLst>
              <a:gd name="adj" fmla="val 4880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0C54E9-B69F-F27B-8357-9BEDDD3CD173}"/>
              </a:ext>
            </a:extLst>
          </p:cNvPr>
          <p:cNvGrpSpPr/>
          <p:nvPr/>
        </p:nvGrpSpPr>
        <p:grpSpPr>
          <a:xfrm>
            <a:off x="2876982" y="1320362"/>
            <a:ext cx="1800000" cy="1260000"/>
            <a:chOff x="2067600" y="1281145"/>
            <a:chExt cx="1800000" cy="12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1EF7261-66E3-10DF-E290-88D0B8E4218E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918019C-5445-B401-188B-871F0A5D6B8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7CD0B2-2071-251F-9112-1AA6D2707803}"/>
              </a:ext>
            </a:extLst>
          </p:cNvPr>
          <p:cNvSpPr/>
          <p:nvPr/>
        </p:nvSpPr>
        <p:spPr>
          <a:xfrm>
            <a:off x="243873" y="117762"/>
            <a:ext cx="1800000" cy="6660000"/>
          </a:xfrm>
          <a:prstGeom prst="roundRect">
            <a:avLst>
              <a:gd name="adj" fmla="val 21741"/>
            </a:avLst>
          </a:prstGeom>
          <a:gradFill>
            <a:gsLst>
              <a:gs pos="100000">
                <a:srgbClr val="FD3D74"/>
              </a:gs>
              <a:gs pos="100000">
                <a:srgbClr val="FCA2B5"/>
              </a:gs>
              <a:gs pos="0">
                <a:srgbClr val="377562"/>
              </a:gs>
              <a:gs pos="99000">
                <a:srgbClr val="FFC000"/>
              </a:gs>
              <a:gs pos="100000">
                <a:srgbClr val="FD3D74"/>
              </a:gs>
            </a:gsLst>
            <a:lin ang="2700000" scaled="0"/>
          </a:gradFill>
          <a:ln>
            <a:noFill/>
          </a:ln>
          <a:effectLst>
            <a:outerShdw blurRad="190500" dist="1905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F25F02-5838-AB0B-9172-FDA285F04D54}"/>
              </a:ext>
            </a:extLst>
          </p:cNvPr>
          <p:cNvGrpSpPr/>
          <p:nvPr/>
        </p:nvGrpSpPr>
        <p:grpSpPr>
          <a:xfrm>
            <a:off x="4992788" y="1320362"/>
            <a:ext cx="1800000" cy="1260000"/>
            <a:chOff x="2067600" y="1281145"/>
            <a:chExt cx="1800000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DC7E25-00CB-AF6F-9694-078A895FF749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AA02588-DB80-7701-7632-4082ABCE344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14792A-B7BA-5A63-7DE5-252ECE8AA500}"/>
              </a:ext>
            </a:extLst>
          </p:cNvPr>
          <p:cNvGrpSpPr/>
          <p:nvPr/>
        </p:nvGrpSpPr>
        <p:grpSpPr>
          <a:xfrm>
            <a:off x="9224400" y="1269563"/>
            <a:ext cx="1800000" cy="1260000"/>
            <a:chOff x="2067600" y="1281145"/>
            <a:chExt cx="1800000" cy="1260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CCC6031-EF48-1719-0683-AFCD3C0028F0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169EB14-A189-FC9C-ABC6-A58DB938B251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92FECF-E860-3790-8B46-C2FD29932BCB}"/>
              </a:ext>
            </a:extLst>
          </p:cNvPr>
          <p:cNvGrpSpPr/>
          <p:nvPr/>
        </p:nvGrpSpPr>
        <p:grpSpPr>
          <a:xfrm>
            <a:off x="7108594" y="1269563"/>
            <a:ext cx="1800000" cy="1260000"/>
            <a:chOff x="2067600" y="1281145"/>
            <a:chExt cx="1800000" cy="126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C9B489F-FA2B-8978-CB74-14F04AA6AB7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B6AEF4C-9241-48F3-FE94-696A70003DE7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CB7223-8AF9-F1D0-0D0A-A5724D8AC9FF}"/>
              </a:ext>
            </a:extLst>
          </p:cNvPr>
          <p:cNvGrpSpPr/>
          <p:nvPr/>
        </p:nvGrpSpPr>
        <p:grpSpPr>
          <a:xfrm>
            <a:off x="2876982" y="2992143"/>
            <a:ext cx="8147418" cy="3186983"/>
            <a:chOff x="2067600" y="1281145"/>
            <a:chExt cx="1800000" cy="12600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6AC04E9-8F7A-7613-B258-C5BDB2EA8ADF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B2975C3-EF43-4ADF-B716-42532245F01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4D4969-DF3A-9ABB-E602-44DDFF5C6DD5}"/>
              </a:ext>
            </a:extLst>
          </p:cNvPr>
          <p:cNvGrpSpPr/>
          <p:nvPr/>
        </p:nvGrpSpPr>
        <p:grpSpPr>
          <a:xfrm>
            <a:off x="92365" y="600362"/>
            <a:ext cx="2022762" cy="1440000"/>
            <a:chOff x="1887600" y="791944"/>
            <a:chExt cx="2160000" cy="1440000"/>
          </a:xfrm>
          <a:solidFill>
            <a:srgbClr val="F3F4F7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99DC676-A904-CAC8-2B15-4BA51885F33D}"/>
                </a:ext>
              </a:extLst>
            </p:cNvPr>
            <p:cNvSpPr/>
            <p:nvPr/>
          </p:nvSpPr>
          <p:spPr>
            <a:xfrm>
              <a:off x="1887600" y="791944"/>
              <a:ext cx="2160000" cy="144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B132D9-3863-5840-EC93-A3FAF547F057}"/>
                </a:ext>
              </a:extLst>
            </p:cNvPr>
            <p:cNvSpPr/>
            <p:nvPr/>
          </p:nvSpPr>
          <p:spPr>
            <a:xfrm>
              <a:off x="2041135" y="881944"/>
              <a:ext cx="1800001" cy="126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72EE6C-7D8D-BB1F-CF4C-3539C21B7C4F}"/>
              </a:ext>
            </a:extLst>
          </p:cNvPr>
          <p:cNvGrpSpPr/>
          <p:nvPr/>
        </p:nvGrpSpPr>
        <p:grpSpPr>
          <a:xfrm>
            <a:off x="600364" y="2587872"/>
            <a:ext cx="1006764" cy="1150364"/>
            <a:chOff x="2067600" y="1281145"/>
            <a:chExt cx="1800000" cy="126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4D81654-99E7-5635-4BA6-2A2D1E5F884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110D0EC-0E81-4213-BB06-5E8A2FC234F3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4381CB-4BDD-BF0A-DBC1-1A6CD849A01D}"/>
              </a:ext>
            </a:extLst>
          </p:cNvPr>
          <p:cNvGrpSpPr/>
          <p:nvPr/>
        </p:nvGrpSpPr>
        <p:grpSpPr>
          <a:xfrm>
            <a:off x="569354" y="4285746"/>
            <a:ext cx="1006764" cy="1150364"/>
            <a:chOff x="2067600" y="1281145"/>
            <a:chExt cx="1800000" cy="12600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49D865D-6143-06A5-26C2-D61B2C98158C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68BFF2A-1510-E78F-D523-B52656FDC783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374740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CEC1-FCD3-9E87-0DB6-08A19AAF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88C426-88DC-87DE-40B0-A5CF883FC906}"/>
              </a:ext>
            </a:extLst>
          </p:cNvPr>
          <p:cNvSpPr/>
          <p:nvPr/>
        </p:nvSpPr>
        <p:spPr>
          <a:xfrm>
            <a:off x="696000" y="279000"/>
            <a:ext cx="10800000" cy="6300000"/>
          </a:xfrm>
          <a:prstGeom prst="roundRect">
            <a:avLst>
              <a:gd name="adj" fmla="val 4880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BB71E4-3630-7BA4-1121-4B96EAFEFEDF}"/>
              </a:ext>
            </a:extLst>
          </p:cNvPr>
          <p:cNvGrpSpPr/>
          <p:nvPr/>
        </p:nvGrpSpPr>
        <p:grpSpPr>
          <a:xfrm>
            <a:off x="2876982" y="1613658"/>
            <a:ext cx="1800000" cy="1260000"/>
            <a:chOff x="2067600" y="1281145"/>
            <a:chExt cx="1800000" cy="126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DEE0804-1FF0-672A-CBD3-CB74B373B570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B427266-6581-AB38-CB43-C5526F72DC6A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96F044-BEE9-CD8F-DBF7-E2ADF43CD726}"/>
              </a:ext>
            </a:extLst>
          </p:cNvPr>
          <p:cNvSpPr/>
          <p:nvPr/>
        </p:nvSpPr>
        <p:spPr>
          <a:xfrm>
            <a:off x="243873" y="117762"/>
            <a:ext cx="1800000" cy="6660000"/>
          </a:xfrm>
          <a:prstGeom prst="roundRect">
            <a:avLst>
              <a:gd name="adj" fmla="val 21741"/>
            </a:avLst>
          </a:prstGeom>
          <a:gradFill>
            <a:gsLst>
              <a:gs pos="100000">
                <a:srgbClr val="FD3D74"/>
              </a:gs>
              <a:gs pos="100000">
                <a:srgbClr val="FCA2B5"/>
              </a:gs>
              <a:gs pos="0">
                <a:srgbClr val="377562"/>
              </a:gs>
              <a:gs pos="99000">
                <a:srgbClr val="FFC000"/>
              </a:gs>
              <a:gs pos="100000">
                <a:srgbClr val="FD3D74"/>
              </a:gs>
            </a:gsLst>
            <a:lin ang="2700000" scaled="0"/>
          </a:gradFill>
          <a:ln>
            <a:noFill/>
          </a:ln>
          <a:effectLst>
            <a:outerShdw blurRad="190500" dist="1905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42CB67-0546-1EC3-9368-FD87CDD73FC7}"/>
              </a:ext>
            </a:extLst>
          </p:cNvPr>
          <p:cNvGrpSpPr/>
          <p:nvPr/>
        </p:nvGrpSpPr>
        <p:grpSpPr>
          <a:xfrm>
            <a:off x="4992788" y="1613658"/>
            <a:ext cx="1800000" cy="1260000"/>
            <a:chOff x="2067600" y="1281145"/>
            <a:chExt cx="1800000" cy="126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C998262-F0BE-7247-6A79-3AB43F12441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2BBE19F-1BFC-2C4A-E3C2-768AE88FC693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C72108-B147-42BD-03EA-F4641025D903}"/>
              </a:ext>
            </a:extLst>
          </p:cNvPr>
          <p:cNvGrpSpPr/>
          <p:nvPr/>
        </p:nvGrpSpPr>
        <p:grpSpPr>
          <a:xfrm>
            <a:off x="9224400" y="1562859"/>
            <a:ext cx="1800000" cy="1260000"/>
            <a:chOff x="2067600" y="1281145"/>
            <a:chExt cx="1800000" cy="1260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B5646A6-943D-9716-38D9-52A47FD6D95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B6E6159-582C-70AB-4AD5-EFA4FF70036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24175D-93CA-ECF9-F250-ECB8C77C9655}"/>
              </a:ext>
            </a:extLst>
          </p:cNvPr>
          <p:cNvGrpSpPr/>
          <p:nvPr/>
        </p:nvGrpSpPr>
        <p:grpSpPr>
          <a:xfrm>
            <a:off x="7108594" y="1562859"/>
            <a:ext cx="1800000" cy="1260000"/>
            <a:chOff x="2067600" y="1281145"/>
            <a:chExt cx="1800000" cy="126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21FC15C-2E36-EF83-8563-EEBDC624252C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AE08770-170C-0081-9BB4-A665105E39E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2AE5DD-148C-78F1-9FE1-42E65F5A3D37}"/>
              </a:ext>
            </a:extLst>
          </p:cNvPr>
          <p:cNvGrpSpPr/>
          <p:nvPr/>
        </p:nvGrpSpPr>
        <p:grpSpPr>
          <a:xfrm>
            <a:off x="2854130" y="3269411"/>
            <a:ext cx="3915806" cy="2970100"/>
            <a:chOff x="2067600" y="1281145"/>
            <a:chExt cx="1800000" cy="12600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7533F46-5FBF-CB96-3166-EC2B6F1391FD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1F51899-1D0F-84CE-2CB2-A77D8F6DC8C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97109ED-280F-58B1-072B-AC00B9B21271}"/>
              </a:ext>
            </a:extLst>
          </p:cNvPr>
          <p:cNvGrpSpPr/>
          <p:nvPr/>
        </p:nvGrpSpPr>
        <p:grpSpPr>
          <a:xfrm>
            <a:off x="92365" y="600362"/>
            <a:ext cx="2022762" cy="1440000"/>
            <a:chOff x="1887600" y="791944"/>
            <a:chExt cx="2160000" cy="1440000"/>
          </a:xfrm>
          <a:solidFill>
            <a:srgbClr val="F3F4F7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677A880-ED05-82F0-149B-A833814B1693}"/>
                </a:ext>
              </a:extLst>
            </p:cNvPr>
            <p:cNvSpPr/>
            <p:nvPr/>
          </p:nvSpPr>
          <p:spPr>
            <a:xfrm>
              <a:off x="1887600" y="791944"/>
              <a:ext cx="2160000" cy="144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23A1FF-EA8C-58B6-844A-6A9744C795D3}"/>
                </a:ext>
              </a:extLst>
            </p:cNvPr>
            <p:cNvSpPr/>
            <p:nvPr/>
          </p:nvSpPr>
          <p:spPr>
            <a:xfrm>
              <a:off x="2041135" y="881944"/>
              <a:ext cx="1800001" cy="1260000"/>
            </a:xfrm>
            <a:prstGeom prst="roundRect">
              <a:avLst>
                <a:gd name="adj" fmla="val 21741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07CCDF-0989-3477-1F95-276448EF9A25}"/>
              </a:ext>
            </a:extLst>
          </p:cNvPr>
          <p:cNvGrpSpPr/>
          <p:nvPr/>
        </p:nvGrpSpPr>
        <p:grpSpPr>
          <a:xfrm>
            <a:off x="600364" y="2587872"/>
            <a:ext cx="1006764" cy="1150364"/>
            <a:chOff x="2067600" y="1281145"/>
            <a:chExt cx="1800000" cy="126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69F032B-1D66-BDD3-1E65-F2E7F032F28E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75E206-1DB0-6B88-7F17-2457309AF71A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3E52B69-9181-3051-0B22-89DD825B66C7}"/>
              </a:ext>
            </a:extLst>
          </p:cNvPr>
          <p:cNvGrpSpPr/>
          <p:nvPr/>
        </p:nvGrpSpPr>
        <p:grpSpPr>
          <a:xfrm>
            <a:off x="600364" y="3899474"/>
            <a:ext cx="1006764" cy="1150364"/>
            <a:chOff x="2067600" y="1281145"/>
            <a:chExt cx="1800000" cy="12600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68AF615-9F35-2CCE-B4FB-9F99B2CEDFF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7694333-9CA6-DDC5-9C7C-E49F1B30D77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921EF97-ED68-E087-8722-A4B6F5C13E7C}"/>
              </a:ext>
            </a:extLst>
          </p:cNvPr>
          <p:cNvGrpSpPr/>
          <p:nvPr/>
        </p:nvGrpSpPr>
        <p:grpSpPr>
          <a:xfrm>
            <a:off x="2820396" y="1195045"/>
            <a:ext cx="6088198" cy="45719"/>
            <a:chOff x="2067600" y="1281145"/>
            <a:chExt cx="1800000" cy="1260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FED48A7-653A-D070-9C42-155FB947EF89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ED4334C-BF29-8768-8A92-C71876D9BFE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600294-1609-AD71-41A5-43B340382C4A}"/>
              </a:ext>
            </a:extLst>
          </p:cNvPr>
          <p:cNvGrpSpPr/>
          <p:nvPr/>
        </p:nvGrpSpPr>
        <p:grpSpPr>
          <a:xfrm>
            <a:off x="472200" y="5339445"/>
            <a:ext cx="1343345" cy="474973"/>
            <a:chOff x="2067600" y="1281145"/>
            <a:chExt cx="1800000" cy="12600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0781D5B-F187-2881-0637-EAFE6A67D106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DEE590C-6A12-9F13-4D72-DC372D56662E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45E44F-5726-39F1-4A24-894FE1C01B65}"/>
              </a:ext>
            </a:extLst>
          </p:cNvPr>
          <p:cNvGrpSpPr/>
          <p:nvPr/>
        </p:nvGrpSpPr>
        <p:grpSpPr>
          <a:xfrm>
            <a:off x="7266497" y="3269411"/>
            <a:ext cx="3915806" cy="2970100"/>
            <a:chOff x="2067600" y="1281145"/>
            <a:chExt cx="1800000" cy="12600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99CC2CD-EC47-BEEE-5366-FFDF5ED41BE8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9B844B-1B55-520A-D019-6D49064377B5}"/>
                </a:ext>
              </a:extLst>
            </p:cNvPr>
            <p:cNvSpPr/>
            <p:nvPr/>
          </p:nvSpPr>
          <p:spPr>
            <a:xfrm>
              <a:off x="2067600" y="1281145"/>
              <a:ext cx="1800000" cy="1260000"/>
            </a:xfrm>
            <a:prstGeom prst="roundRect">
              <a:avLst>
                <a:gd name="adj" fmla="val 2174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3050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Homedesktop</dc:creator>
  <cp:lastModifiedBy>Homedesktop</cp:lastModifiedBy>
  <cp:revision>6</cp:revision>
  <dcterms:created xsi:type="dcterms:W3CDTF">2025-07-14T16:35:59Z</dcterms:created>
  <dcterms:modified xsi:type="dcterms:W3CDTF">2025-07-16T13:46:32Z</dcterms:modified>
</cp:coreProperties>
</file>